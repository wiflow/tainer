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6400800" cy="64008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274320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Users/NISO/Downloads/TainerV2/docs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8136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Tainer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0" y="548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Tutorial series.</a:t>
            </a:r>
            <a:endParaRPr lang="en-US" sz="7600" dirty="0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Everything you need to run Tainer,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3127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spc="-5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 under an hour of video.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75488" y="416052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episodes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11680" y="4059936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52525B"/>
                </a:solidFill>
              </a:rPr>
              <a:t>·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148840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2–5 minutes each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86200" y="4059936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52525B"/>
                </a:solidFill>
              </a:rPr>
              <a:t>·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023360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self-service Proxmox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919472"/>
            <a:ext cx="8229600" cy="7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965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Users/NISO/Downloads/TainerV2/docs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4069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1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Tainer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0" y="457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Tainer?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curated catalog, one-click LXC &amp; VM deployments, and a live view across every Proxmox site you run.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9885" y="2507285"/>
            <a:ext cx="1934870" cy="2117750"/>
          </a:xfrm>
          <a:prstGeom prst="roundRect">
            <a:avLst>
              <a:gd name="adj" fmla="val 67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51460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620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3192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Template Catalog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37216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Launch LXC and VMs from a curated library — or bring your own.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553005" y="2507285"/>
            <a:ext cx="1934870" cy="2117750"/>
          </a:xfrm>
          <a:prstGeom prst="roundRect">
            <a:avLst>
              <a:gd name="adj" fmla="val 67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28620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80360" y="33192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Docker &amp; OCI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880360" y="37216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Pull from Docker Hub, Gitea, or any OCI registry. Works offline.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56125" y="2507285"/>
            <a:ext cx="1934870" cy="2117750"/>
          </a:xfrm>
          <a:prstGeom prst="roundRect">
            <a:avLst>
              <a:gd name="adj" fmla="val 67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63440" y="251460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620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83480" y="33192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Backup Policies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983480" y="37216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Scheduled snapshots, tag-scoped retention, one-click restore.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759245" y="2507285"/>
            <a:ext cx="1934870" cy="2117750"/>
          </a:xfrm>
          <a:prstGeom prst="roundRect">
            <a:avLst>
              <a:gd name="adj" fmla="val 67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766560" y="251460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86207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86600" y="33192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Overview Map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086600" y="37216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site on one canvas. CPU, RAM and storage at a glance.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57200" y="4919472"/>
            <a:ext cx="8229600" cy="7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572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6858000" y="4965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Users/NISO/Downloads/TainerV2/docs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4069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1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Tainer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0" y="457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you'll learn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Short, focused videos — watch the whole series or jump straight to what you need.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9885" y="2461565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468880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688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2432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53312" y="2468880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Started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705356" y="2468880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min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548433" y="2461565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55748" y="2468880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38628" y="24688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108" y="262432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51860" y="2468880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Dashboard Tour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803904" y="2468880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min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646981" y="2461565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54296" y="2468880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37176" y="24688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56" y="2624328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2468880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First Deployment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902452" y="2468880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min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745529" y="2461565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752844" y="2468880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935724" y="24688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204" y="2624328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648956" y="2468880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Managing Deployments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8001000" y="2468880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min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449885" y="3156509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7200" y="3163824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40080" y="31638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1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3319272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353312" y="3163824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Templates &amp; Images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1705356" y="3163824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min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2548433" y="3156509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2555748" y="3163824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2738628" y="31638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5a</a:t>
            </a:r>
            <a:endParaRPr lang="en-US" sz="11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0108" y="3319272"/>
            <a:ext cx="219456" cy="21945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451860" y="3163824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Docker Hub Integration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3803904" y="3163824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min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4646981" y="3156509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4654296" y="3163824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4837176" y="31638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1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8656" y="3319272"/>
            <a:ext cx="219456" cy="219456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550408" y="3163824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Users &amp; Security</a:t>
            </a:r>
            <a:endParaRPr lang="en-US" sz="1150" dirty="0"/>
          </a:p>
        </p:txBody>
      </p:sp>
      <p:sp>
        <p:nvSpPr>
          <p:cNvPr id="49" name="Text 39"/>
          <p:cNvSpPr/>
          <p:nvPr/>
        </p:nvSpPr>
        <p:spPr>
          <a:xfrm>
            <a:off x="5902452" y="3163824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min</a:t>
            </a:r>
            <a:endParaRPr lang="en-US" sz="850" dirty="0"/>
          </a:p>
        </p:txBody>
      </p:sp>
      <p:sp>
        <p:nvSpPr>
          <p:cNvPr id="50" name="Shape 40"/>
          <p:cNvSpPr/>
          <p:nvPr/>
        </p:nvSpPr>
        <p:spPr>
          <a:xfrm>
            <a:off x="6745529" y="3156509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6752844" y="3163824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6935724" y="31638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100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7204" y="3319272"/>
            <a:ext cx="219456" cy="219456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648956" y="3163824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Settings &amp; Data</a:t>
            </a:r>
            <a:endParaRPr lang="en-US" sz="1150" dirty="0"/>
          </a:p>
        </p:txBody>
      </p:sp>
      <p:sp>
        <p:nvSpPr>
          <p:cNvPr id="55" name="Text 44"/>
          <p:cNvSpPr/>
          <p:nvPr/>
        </p:nvSpPr>
        <p:spPr>
          <a:xfrm>
            <a:off x="8001000" y="3163824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min</a:t>
            </a:r>
            <a:endParaRPr lang="en-US" sz="850" dirty="0"/>
          </a:p>
        </p:txBody>
      </p:sp>
      <p:sp>
        <p:nvSpPr>
          <p:cNvPr id="56" name="Shape 45"/>
          <p:cNvSpPr/>
          <p:nvPr/>
        </p:nvSpPr>
        <p:spPr>
          <a:xfrm>
            <a:off x="449885" y="3851453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457200" y="3858768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58" name="Text 47"/>
          <p:cNvSpPr/>
          <p:nvPr/>
        </p:nvSpPr>
        <p:spPr>
          <a:xfrm>
            <a:off x="640080" y="38587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08</a:t>
            </a:r>
            <a:endParaRPr lang="en-US" sz="1100" dirty="0"/>
          </a:p>
        </p:txBody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560" y="4014216"/>
            <a:ext cx="219456" cy="219456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1353312" y="3858768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Production Deploy</a:t>
            </a:r>
            <a:endParaRPr lang="en-US" sz="1150" dirty="0"/>
          </a:p>
        </p:txBody>
      </p:sp>
      <p:sp>
        <p:nvSpPr>
          <p:cNvPr id="61" name="Text 49"/>
          <p:cNvSpPr/>
          <p:nvPr/>
        </p:nvSpPr>
        <p:spPr>
          <a:xfrm>
            <a:off x="1705356" y="385876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min</a:t>
            </a:r>
            <a:endParaRPr lang="en-US" sz="850" dirty="0"/>
          </a:p>
        </p:txBody>
      </p:sp>
      <p:sp>
        <p:nvSpPr>
          <p:cNvPr id="62" name="Shape 50"/>
          <p:cNvSpPr/>
          <p:nvPr/>
        </p:nvSpPr>
        <p:spPr>
          <a:xfrm>
            <a:off x="2548433" y="3851453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2555748" y="3858768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64" name="Text 52"/>
          <p:cNvSpPr/>
          <p:nvPr/>
        </p:nvSpPr>
        <p:spPr>
          <a:xfrm>
            <a:off x="2738628" y="38587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09</a:t>
            </a:r>
            <a:endParaRPr lang="en-US" sz="1100" dirty="0"/>
          </a:p>
        </p:txBody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50108" y="4014216"/>
            <a:ext cx="219456" cy="219456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3451860" y="3858768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Backup Policies</a:t>
            </a:r>
            <a:endParaRPr lang="en-US" sz="1150" dirty="0"/>
          </a:p>
        </p:txBody>
      </p:sp>
      <p:sp>
        <p:nvSpPr>
          <p:cNvPr id="67" name="Text 54"/>
          <p:cNvSpPr/>
          <p:nvPr/>
        </p:nvSpPr>
        <p:spPr>
          <a:xfrm>
            <a:off x="3803904" y="385876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min</a:t>
            </a:r>
            <a:endParaRPr lang="en-US" sz="850" dirty="0"/>
          </a:p>
        </p:txBody>
      </p:sp>
      <p:sp>
        <p:nvSpPr>
          <p:cNvPr id="68" name="Shape 55"/>
          <p:cNvSpPr/>
          <p:nvPr/>
        </p:nvSpPr>
        <p:spPr>
          <a:xfrm>
            <a:off x="4646981" y="3851453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4654296" y="3858768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70" name="Text 57"/>
          <p:cNvSpPr/>
          <p:nvPr/>
        </p:nvSpPr>
        <p:spPr>
          <a:xfrm>
            <a:off x="4837176" y="38587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110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48656" y="4014216"/>
            <a:ext cx="219456" cy="219456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5550408" y="3858768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Overview Map</a:t>
            </a:r>
            <a:endParaRPr lang="en-US" sz="1150" dirty="0"/>
          </a:p>
        </p:txBody>
      </p:sp>
      <p:sp>
        <p:nvSpPr>
          <p:cNvPr id="73" name="Text 59"/>
          <p:cNvSpPr/>
          <p:nvPr/>
        </p:nvSpPr>
        <p:spPr>
          <a:xfrm>
            <a:off x="5902452" y="385876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min</a:t>
            </a:r>
            <a:endParaRPr lang="en-US" sz="850" dirty="0"/>
          </a:p>
        </p:txBody>
      </p:sp>
      <p:sp>
        <p:nvSpPr>
          <p:cNvPr id="74" name="Shape 60"/>
          <p:cNvSpPr/>
          <p:nvPr/>
        </p:nvSpPr>
        <p:spPr>
          <a:xfrm>
            <a:off x="6745529" y="3851453"/>
            <a:ext cx="1948586" cy="544982"/>
          </a:xfrm>
          <a:prstGeom prst="roundRect">
            <a:avLst>
              <a:gd name="adj" fmla="val 238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5" name="Shape 61"/>
          <p:cNvSpPr/>
          <p:nvPr/>
        </p:nvSpPr>
        <p:spPr>
          <a:xfrm>
            <a:off x="6752844" y="3858768"/>
            <a:ext cx="1933956" cy="530352"/>
          </a:xfrm>
          <a:prstGeom prst="roundRect">
            <a:avLst>
              <a:gd name="adj" fmla="val 241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76" name="Text 62"/>
          <p:cNvSpPr/>
          <p:nvPr/>
        </p:nvSpPr>
        <p:spPr>
          <a:xfrm>
            <a:off x="6935724" y="38587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++</a:t>
            </a:r>
            <a:endParaRPr lang="en-US" sz="1100" dirty="0"/>
          </a:p>
        </p:txBody>
      </p:sp>
      <p:pic>
        <p:nvPicPr>
          <p:cNvPr id="7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47204" y="4014216"/>
            <a:ext cx="219456" cy="219456"/>
          </a:xfrm>
          <a:prstGeom prst="rect">
            <a:avLst/>
          </a:prstGeom>
        </p:spPr>
      </p:pic>
      <p:sp>
        <p:nvSpPr>
          <p:cNvPr id="78" name="Text 63"/>
          <p:cNvSpPr/>
          <p:nvPr/>
        </p:nvSpPr>
        <p:spPr>
          <a:xfrm>
            <a:off x="7648956" y="3858768"/>
            <a:ext cx="516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Tags, alerts &amp; more</a:t>
            </a:r>
            <a:endParaRPr lang="en-US" sz="1150" dirty="0"/>
          </a:p>
        </p:txBody>
      </p:sp>
      <p:sp>
        <p:nvSpPr>
          <p:cNvPr id="79" name="Text 64"/>
          <p:cNvSpPr/>
          <p:nvPr/>
        </p:nvSpPr>
        <p:spPr>
          <a:xfrm>
            <a:off x="8001000" y="385876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series</a:t>
            </a:r>
            <a:endParaRPr lang="en-US" sz="850" dirty="0"/>
          </a:p>
        </p:txBody>
      </p:sp>
      <p:sp>
        <p:nvSpPr>
          <p:cNvPr id="80" name="Shape 65"/>
          <p:cNvSpPr/>
          <p:nvPr/>
        </p:nvSpPr>
        <p:spPr>
          <a:xfrm>
            <a:off x="457200" y="4919472"/>
            <a:ext cx="8229600" cy="7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1" name="Text 66"/>
          <p:cNvSpPr/>
          <p:nvPr/>
        </p:nvSpPr>
        <p:spPr>
          <a:xfrm>
            <a:off x="4572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00" dirty="0"/>
          </a:p>
        </p:txBody>
      </p:sp>
      <p:sp>
        <p:nvSpPr>
          <p:cNvPr id="82" name="Text 67"/>
          <p:cNvSpPr/>
          <p:nvPr/>
        </p:nvSpPr>
        <p:spPr>
          <a:xfrm>
            <a:off x="6858000" y="4965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Users/NISO/Downloads/TainerV2/docs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4069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1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Tainer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0" y="457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EPISODE 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0" b="1" spc="-600" kern="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8000" dirty="0"/>
          </a:p>
        </p:txBody>
      </p:sp>
      <p:sp>
        <p:nvSpPr>
          <p:cNvPr id="8" name="Text 5"/>
          <p:cNvSpPr/>
          <p:nvPr/>
        </p:nvSpPr>
        <p:spPr>
          <a:xfrm>
            <a:off x="3383280" y="11887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5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Started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383280" y="2011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zero to a running Tainer instance in about five minutes.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75965" y="2644445"/>
            <a:ext cx="5318150" cy="2117750"/>
          </a:xfrm>
          <a:prstGeom prst="roundRect">
            <a:avLst>
              <a:gd name="adj" fmla="val 613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2651760"/>
            <a:ext cx="5303520" cy="2103120"/>
          </a:xfrm>
          <a:prstGeom prst="roundRect">
            <a:avLst>
              <a:gd name="adj" fmla="val 6087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4071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2852928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 Proxmox API token (user@realm!tokenname)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280867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22192" y="3193085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Configure .env — PROXMOX_URL, token, default node &amp; storage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621024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22192" y="3533242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npm install → npm run build → npm run start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961181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22192" y="3873398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First-run /setup screen creates your admin user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301338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22192" y="4213555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Land on the dashboard — you're live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49885" y="3193085"/>
            <a:ext cx="2757830" cy="1569110"/>
          </a:xfrm>
          <a:prstGeom prst="roundRect">
            <a:avLst>
              <a:gd name="adj" fmla="val 827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7200" y="320040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3383280"/>
            <a:ext cx="822960" cy="8229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008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Keep your Proxmox token secret. Rotate it yearly.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457200" y="4919472"/>
            <a:ext cx="8229600" cy="7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572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6858000" y="4965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Users/NISO/Downloads/TainerV2/docs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4069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1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Tainer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0" y="457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EPISODE 03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0" b="1" spc="-600" kern="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8000" dirty="0"/>
          </a:p>
        </p:txBody>
      </p:sp>
      <p:sp>
        <p:nvSpPr>
          <p:cNvPr id="8" name="Text 5"/>
          <p:cNvSpPr/>
          <p:nvPr/>
        </p:nvSpPr>
        <p:spPr>
          <a:xfrm>
            <a:off x="3383280" y="11887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5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First Deployment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383280" y="2011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Launch a container from the template catalog and open its console.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75965" y="2644445"/>
            <a:ext cx="5318150" cy="2117750"/>
          </a:xfrm>
          <a:prstGeom prst="roundRect">
            <a:avLst>
              <a:gd name="adj" fmla="val 613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2651760"/>
            <a:ext cx="5303520" cy="2103120"/>
          </a:xfrm>
          <a:prstGeom prst="roundRect">
            <a:avLst>
              <a:gd name="adj" fmla="val 6087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4071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2852928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Browse /templates and pick one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280867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22192" y="3193085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Fill in hostname, resources, storage, env vars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621024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22192" y="3533242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Submit — follow the task toast to 100%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961181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22192" y="3873398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Start / stop / restart from the detail page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301338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22192" y="4213555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the in-browser console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49885" y="3193085"/>
            <a:ext cx="2757830" cy="1569110"/>
          </a:xfrm>
          <a:prstGeom prst="roundRect">
            <a:avLst>
              <a:gd name="adj" fmla="val 827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7200" y="320040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3383280"/>
            <a:ext cx="822960" cy="8229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008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toasts poll the Proxmox UPID every few seconds.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457200" y="4919472"/>
            <a:ext cx="8229600" cy="7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572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6858000" y="4965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Users/NISO/Downloads/TainerV2/docs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4069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1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Tainer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0" y="457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EPISODE 5A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0" b="1" spc="-600" kern="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5a</a:t>
            </a:r>
            <a:endParaRPr lang="en-US" sz="18000" dirty="0"/>
          </a:p>
        </p:txBody>
      </p:sp>
      <p:sp>
        <p:nvSpPr>
          <p:cNvPr id="8" name="Text 5"/>
          <p:cNvSpPr/>
          <p:nvPr/>
        </p:nvSpPr>
        <p:spPr>
          <a:xfrm>
            <a:off x="3383280" y="11887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5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Docker Hub &amp; Registries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383280" y="2011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Pull from Docker Hub, Gitea, custom OCI registries, or a local library.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75965" y="2644445"/>
            <a:ext cx="5318150" cy="2117750"/>
          </a:xfrm>
          <a:prstGeom prst="roundRect">
            <a:avLst>
              <a:gd name="adj" fmla="val 613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2651760"/>
            <a:ext cx="5303520" cy="2103120"/>
          </a:xfrm>
          <a:prstGeom prst="roundRect">
            <a:avLst>
              <a:gd name="adj" fmla="val 6087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4071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2852928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 DOCKER_HUB_USERNAME &amp; _TOKEN for authenticated pulls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280867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22192" y="3193085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Browse tags, platforms and sizes in /images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621024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22192" y="3533242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Sync an image into a site &amp; inspect its env-var cache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961181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22192" y="3873398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Pull from Gitea or any custom OCI registry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301338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22192" y="4213555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Offline mode — point DOCKER_LIBRARY_PATH at a Samba share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49885" y="3193085"/>
            <a:ext cx="2757830" cy="1569110"/>
          </a:xfrm>
          <a:prstGeom prst="roundRect">
            <a:avLst>
              <a:gd name="adj" fmla="val 827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7200" y="320040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3383280"/>
            <a:ext cx="822960" cy="8229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008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Env-var cache auto-populates launch forms.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457200" y="4919472"/>
            <a:ext cx="8229600" cy="7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572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6858000" y="4965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Users/NISO/Downloads/TainerV2/docs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4069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1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Tainer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0" y="457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EPISODE 09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0" b="1" spc="-600" kern="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09</a:t>
            </a:r>
            <a:endParaRPr lang="en-US" sz="18000" dirty="0"/>
          </a:p>
        </p:txBody>
      </p:sp>
      <p:sp>
        <p:nvSpPr>
          <p:cNvPr id="8" name="Text 5"/>
          <p:cNvSpPr/>
          <p:nvPr/>
        </p:nvSpPr>
        <p:spPr>
          <a:xfrm>
            <a:off x="3383280" y="11887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5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Backup Policies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383280" y="2011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Schedule snapshots, scope by tag, and restore with one click.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75965" y="2644445"/>
            <a:ext cx="5318150" cy="2117750"/>
          </a:xfrm>
          <a:prstGeom prst="roundRect">
            <a:avLst>
              <a:gd name="adj" fmla="val 613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2651760"/>
            <a:ext cx="5303520" cy="2103120"/>
          </a:xfrm>
          <a:prstGeom prst="roundRect">
            <a:avLst>
              <a:gd name="adj" fmla="val 6087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4071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2852928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Scope — all deployments, or only tagged ones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280867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22192" y="3193085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 — snapshot, suspend, or stop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621024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22192" y="3533242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Compression — none / LZO / gzip / zstd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961181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22192" y="3873398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Interval — 6h, 12h, 24h, 48h, or custom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301338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22192" y="4213555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Per-deployment on-demand backup &amp; restore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49885" y="3193085"/>
            <a:ext cx="2757830" cy="1569110"/>
          </a:xfrm>
          <a:prstGeom prst="roundRect">
            <a:avLst>
              <a:gd name="adj" fmla="val 827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7200" y="320040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3383280"/>
            <a:ext cx="822960" cy="8229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008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Retention is per-policy. Older backups prune automatically.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457200" y="4919472"/>
            <a:ext cx="8229600" cy="7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572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6858000" y="4965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Users/NISO/Downloads/TainerV2/docs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4069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1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Tainer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0" y="457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EPISODE 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0" b="1" spc="-600" kern="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18000" dirty="0"/>
          </a:p>
        </p:txBody>
      </p:sp>
      <p:sp>
        <p:nvSpPr>
          <p:cNvPr id="8" name="Text 5"/>
          <p:cNvSpPr/>
          <p:nvPr/>
        </p:nvSpPr>
        <p:spPr>
          <a:xfrm>
            <a:off x="3383280" y="11887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5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Overview Map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383280" y="2011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whole Proxmox estate on a single geographic canvas.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75965" y="2644445"/>
            <a:ext cx="5318150" cy="2117750"/>
          </a:xfrm>
          <a:prstGeom prst="roundRect">
            <a:avLst>
              <a:gd name="adj" fmla="val 613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2651760"/>
            <a:ext cx="5303520" cy="2103120"/>
          </a:xfrm>
          <a:prstGeom prst="roundRect">
            <a:avLst>
              <a:gd name="adj" fmla="val 6087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4071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2852928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 a site — URL, token, and map location pin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280867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22192" y="3193085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Status dots — green online, amber degraded, red offline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621024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22192" y="3533242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Mini-gauges for CPU, RAM, storage per site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961181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22192" y="3873398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Search &amp; filter sites from the sidebar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301338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22192" y="4213555"/>
            <a:ext cx="47548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a pin to drill into /sites/[siteSlug]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49885" y="3193085"/>
            <a:ext cx="2757830" cy="1569110"/>
          </a:xfrm>
          <a:prstGeom prst="roundRect">
            <a:avLst>
              <a:gd name="adj" fmla="val 827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7200" y="320040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3383280"/>
            <a:ext cx="822960" cy="8229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008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Ideal for multi-region or multi-DC setups.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457200" y="4919472"/>
            <a:ext cx="8229600" cy="7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572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6858000" y="4965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Users/NISO/Downloads/TainerV2/docs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4069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1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Tainer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0" y="457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video, same rhythm.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Short. Visual. Easy to skim. No filler.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9885" y="2461565"/>
            <a:ext cx="8244230" cy="563270"/>
          </a:xfrm>
          <a:prstGeom prst="roundRect">
            <a:avLst>
              <a:gd name="adj" fmla="val 23052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468880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151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2–5 minutes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200400" y="24688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episode under 5 minutes. Viewers pick what they need.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9885" y="3147365"/>
            <a:ext cx="8244230" cy="563270"/>
          </a:xfrm>
          <a:prstGeom prst="roundRect">
            <a:avLst>
              <a:gd name="adj" fmla="val 23052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3154680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3009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154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3-second intro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200400" y="3154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 + one-sentence summary. No long title cards.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49885" y="3833165"/>
            <a:ext cx="8244230" cy="563270"/>
          </a:xfrm>
          <a:prstGeom prst="roundRect">
            <a:avLst>
              <a:gd name="adj" fmla="val 23052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9867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Copy-paste ready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3200400" y="3840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env var, CLI command, and API path is pinned on-screen.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49885" y="4518965"/>
            <a:ext cx="8244230" cy="563270"/>
          </a:xfrm>
          <a:prstGeom prst="roundRect">
            <a:avLst>
              <a:gd name="adj" fmla="val 23052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" y="4526280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7258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" y="4526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Clear next step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200400" y="4526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Outro always points at the next episode in the series.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57200" y="4919472"/>
            <a:ext cx="8229600" cy="7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572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6858000" y="4965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6400800" cy="64008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2286000"/>
            <a:ext cx="6400800" cy="64008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Users/NISO/Downloads/TainerV2/docs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" y="4526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1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Tainer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765085" y="504749"/>
            <a:ext cx="929030" cy="252374"/>
          </a:xfrm>
          <a:prstGeom prst="roundRect">
            <a:avLst>
              <a:gd name="adj" fmla="val 36232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0" y="512064"/>
            <a:ext cx="914400" cy="237744"/>
          </a:xfrm>
          <a:prstGeom prst="roundRect">
            <a:avLst>
              <a:gd name="adj" fmla="val 36538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5120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0" kern="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LET'S GO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Ready when you are.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Start with Episode 01 — and we'll have you deploying in five.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9885" y="3467405"/>
            <a:ext cx="3946550" cy="1157630"/>
          </a:xfrm>
          <a:prstGeom prst="roundRect">
            <a:avLst>
              <a:gd name="adj" fmla="val 1121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474720"/>
            <a:ext cx="3931920" cy="1143000"/>
          </a:xfrm>
          <a:prstGeom prst="roundRect">
            <a:avLst>
              <a:gd name="adj" fmla="val 11200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033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3584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Watch Episode 01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88720" y="39136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Install Tainer and run your first deployment.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3749040"/>
            <a:ext cx="201168" cy="20116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747565" y="3467405"/>
            <a:ext cx="3946550" cy="1157630"/>
          </a:xfrm>
          <a:prstGeom prst="roundRect">
            <a:avLst>
              <a:gd name="adj" fmla="val 1121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754880" y="3474720"/>
            <a:ext cx="3931920" cy="1143000"/>
          </a:xfrm>
          <a:prstGeom prst="roundRect">
            <a:avLst>
              <a:gd name="adj" fmla="val 11200"/>
            </a:avLst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0332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3584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 the roadmap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486400" y="39136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docs/video-series-plan.md has the full plan.</a:t>
            </a:r>
            <a:endParaRPr lang="en-US" sz="10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3749040"/>
            <a:ext cx="201168" cy="20116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57200" y="4919472"/>
            <a:ext cx="8229600" cy="7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572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PROXMOX CONTAINER MANAGEMENT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6858000" y="4965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Tainer — Tutorial Series</dc:title>
  <dc:subject>PptxGenJS Presentation</dc:subject>
  <dc:creator>Tainer</dc:creator>
  <cp:lastModifiedBy>Tainer</cp:lastModifiedBy>
  <cp:revision>1</cp:revision>
  <dcterms:created xsi:type="dcterms:W3CDTF">2026-04-22T20:28:26Z</dcterms:created>
  <dcterms:modified xsi:type="dcterms:W3CDTF">2026-04-22T20:28:26Z</dcterms:modified>
</cp:coreProperties>
</file>